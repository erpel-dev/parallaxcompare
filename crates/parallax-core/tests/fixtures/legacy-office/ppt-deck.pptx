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_rels/notesSlide3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ffffff"/>
          </a:solidFill>
          <a:ln w="9360">
            <a:noFill/>
          </a:ln>
        </p:spPr>
        <p:txBody>
          <a:bodyPr lIns="90000" rIns="90000" tIns="45000" bIns="45000" anchor="ctr" anchorCtr="1">
            <a:noAutofit/>
          </a:bodyPr>
          <a:p>
            <a:pPr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sldImg"/>
          </p:nvPr>
        </p:nvSpPr>
        <p:spPr>
          <a:xfrm>
            <a:off x="215640" y="812880"/>
            <a:ext cx="7126200" cy="400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02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55280" y="5078160"/>
            <a:ext cx="6046920" cy="4809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Times New Roman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7960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0"/>
          </p:nvPr>
        </p:nvSpPr>
        <p:spPr>
          <a:xfrm>
            <a:off x="4277880" y="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1"/>
          </p:nvPr>
        </p:nvSpPr>
        <p:spPr>
          <a:xfrm>
            <a:off x="0" y="10156680"/>
            <a:ext cx="327960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2"/>
          </p:nvPr>
        </p:nvSpPr>
        <p:spPr>
          <a:xfrm>
            <a:off x="4277880" y="10156680"/>
            <a:ext cx="3279960" cy="53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8C288C-6B77-4FB9-BE0A-0152FA6A8815}" type="slidenum"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WenQuanYi Zen Hei"/>
              </a:rPr>
              <a:t>Welcome everyone.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  <a:p>
            <a:pPr marL="21600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WenQuanYi Zen Hei"/>
              </a:rPr>
              <a:t>Keep it short.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95D7EB9-483C-4A45-9BA1-2E739D6E9DE6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0">
            <a:noFill/>
          </a:ln>
        </p:spPr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WenQuanYi Zen Hei"/>
              </a:rPr>
              <a:t>Mention the CLI.</a:t>
            </a:r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3884760" y="8685360"/>
            <a:ext cx="29718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667C4BE-A66F-4A80-99E9-56BBA7149EAA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2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marL="343080" indent="-343080" algn="ctr">
              <a:lnSpc>
                <a:spcPct val="93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615B28-D1BE-44B0-89C7-1EE49FF9EF8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2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A84F751-3AE1-44AD-A73C-0C4874CDCAF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2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0097B5B-51CF-4E81-A8D4-87D6BD58EE7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2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7C0BFD-048D-45BC-94C5-8A9A5B2B98D1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880"/>
            <a:ext cx="8228160" cy="3975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1242"/>
          </a:bodyPr>
          <a:p>
            <a:pPr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2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3740"/>
          </a:bodyPr>
          <a:p>
            <a:pPr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92A1E76-BB70-45BD-BFCF-329A088555F4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2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dt" idx="7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ftr" idx="8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9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880BF29-209C-463F-8833-4E5140E9DFC0}" type="slidenum">
              <a:rPr b="0" lang="en-US" sz="120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343080" indent="-343080">
              <a:lnSpc>
                <a:spcPct val="102000"/>
              </a:lnSpc>
              <a:spcBef>
                <a:spcPts val="1426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2000"/>
              </a:lnSpc>
              <a:spcBef>
                <a:spcPts val="1137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2000"/>
              </a:lnSpc>
              <a:spcBef>
                <a:spcPts val="862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2000"/>
              </a:lnSpc>
              <a:spcBef>
                <a:spcPts val="575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2000"/>
              </a:lnSpc>
              <a:spcBef>
                <a:spcPts val="286"/>
              </a:spcBef>
              <a:spcAft>
                <a:spcPts val="11"/>
              </a:spcAft>
              <a:buClr>
                <a:srgbClr val="000000"/>
              </a:buClr>
              <a:buFont typeface="Times New Roman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2057400" indent="-228600">
              <a:spcBef>
                <a:spcPts val="499"/>
              </a:spcBef>
              <a:buClr>
                <a:srgbClr val="000000"/>
              </a:buClr>
              <a:buFont typeface="Times New Roman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Quarterly Review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649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Team Parallax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Agenda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"/>
          <p:cNvSpPr/>
          <p:nvPr/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9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Results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>
              <a:lnSpc>
                <a:spcPct val="100000"/>
              </a:lnSpc>
              <a:spcBef>
                <a:spcPts val="575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WenQuanYi Zen Hei"/>
              </a:rPr>
              <a:t>Plans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00000"/>
              </a:lnSpc>
              <a:spcBef>
                <a:spcPts val="649"/>
              </a:spcBef>
              <a:spcAft>
                <a:spcPts val="11"/>
              </a:spcAft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Risks</a:t>
            </a:r>
            <a:br>
              <a:rPr sz="3200"/>
            </a:b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and mitigations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31" name=""/>
          <p:cNvGraphicFramePr/>
          <p:nvPr/>
        </p:nvGraphicFramePr>
        <p:xfrm>
          <a:off x="914400" y="4572000"/>
          <a:ext cx="3658680" cy="915480"/>
        </p:xfrm>
        <a:graphic>
          <a:graphicData uri="http://schemas.openxmlformats.org/drawingml/2006/table">
            <a:tbl>
              <a:tblPr/>
              <a:tblGrid>
                <a:gridCol w="1829160"/>
                <a:gridCol w="1829520"/>
              </a:tblGrid>
              <a:tr h="4575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2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2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57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2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Revenue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2000"/>
                        </a:lnSpc>
                        <a:spcBef>
                          <a:spcPts val="11"/>
                        </a:spcBef>
                        <a:spcAft>
                          <a:spcPts val="11"/>
                        </a:spcAft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 M€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5760">
                      <a:solidFill>
                        <a:srgbClr val="ffffff"/>
                      </a:solidFill>
                      <a:prstDash val="solid"/>
                    </a:lnL>
                    <a:lnR w="5760">
                      <a:solidFill>
                        <a:srgbClr val="ffffff"/>
                      </a:solidFill>
                      <a:prstDash val="solid"/>
                    </a:lnR>
                    <a:lnT w="5760">
                      <a:solidFill>
                        <a:srgbClr val="ffffff"/>
                      </a:solidFill>
                      <a:prstDash val="solid"/>
                    </a:lnT>
                    <a:lnB w="576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Architecture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3" name=""/>
          <p:cNvGrpSpPr/>
          <p:nvPr/>
        </p:nvGrpSpPr>
        <p:grpSpPr>
          <a:xfrm>
            <a:off x="1520640" y="1828800"/>
            <a:ext cx="3327120" cy="364680"/>
            <a:chOff x="1520640" y="1828800"/>
            <a:chExt cx="3327120" cy="364680"/>
          </a:xfrm>
        </p:grpSpPr>
        <p:sp>
          <p:nvSpPr>
            <p:cNvPr id="34" name=""/>
            <p:cNvSpPr/>
            <p:nvPr/>
          </p:nvSpPr>
          <p:spPr>
            <a:xfrm>
              <a:off x="1520640" y="1828800"/>
              <a:ext cx="61668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pc="-1" strike="noStrike">
                  <a:solidFill>
                    <a:srgbClr val="000000"/>
                  </a:solidFill>
                  <a:latin typeface="Calibri"/>
                </a:rPr>
                <a:t>Core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4295160" y="1828800"/>
              <a:ext cx="55260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  <a:spcBef>
                  <a:spcPts val="11"/>
                </a:spcBef>
                <a:spcAft>
                  <a:spcPts val="11"/>
                </a:spcAft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US" sz="1800" spc="-1" strike="noStrike">
                  <a:solidFill>
                    <a:srgbClr val="000000"/>
                  </a:solidFill>
                  <a:latin typeface="Calibri"/>
                </a:rPr>
                <a:t>App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